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ADL 영상당 오경보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 시작점</c:v>
                  </c:pt>
                  <c:pt idx="1">
                    <c:v>v2 시간특징</c:v>
                  </c:pt>
                  <c:pt idx="2">
                    <c:v>v4 3D특징</c:v>
                  </c:pt>
                  <c:pt idx="3">
                    <c:v>v5 도메인적응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8.86</c:v>
                </c:pt>
                <c:pt idx="1">
                  <c:v>3</c:v>
                </c:pt>
                <c:pt idx="2">
                  <c:v>4.57</c:v>
                </c:pt>
                <c:pt idx="3">
                  <c:v>3.71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EEF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RGB 카메라로 낙상을 사전 예측하는 시스템. 사후 감지가 아니라 예측이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MCF는 라벨 노이즈 때문에 학습에서 제외하고 벤치마크로만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낙상 예측 알고리즘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넘어지기 전에 감지하는 단일 카메라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· 4개 데이터셋 검증 · 실시간 CPU 동작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0.75~2.1초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전 경고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2044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 · URFD 감지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감소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1540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1540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처리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푸는 문제인가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대부분은 "넘어진 뒤" 감지 — 우리는 "넘어지기 전" 예측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일반적인 낙상 감지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넘어진 뒤 바닥에 누운 자세를 인식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용도: 구조 요청, 사후 알림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부상은 이미 발생한 상태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시스템 (사전 예측)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균형을 잃는 순간의 움직임 패턴을 인식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용도: 에어쿠션 전개 — 부상 자체를 예방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0.65~2.8초의 대응 시간 확보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난이도 — 빠르게 앉기, 물건 줍기 같은 일상 동작이 낙상 직전 움직임과 거의 같다. 감지율을 올리면 오경보가 폭증한다.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보고서는 그 트레이드오프를 어떻게 개선했는지에 대한 기록이다.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성능 — 4개 데이터셋 독립 검증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수치는 학습에 사용하지 않은 영상. 임계값 0.05 · 지속성 3프레임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737360"/>
                <a:gridCol w="1280160"/>
                <a:gridCol w="914400"/>
                <a:gridCol w="3566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낙상 감지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오경보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선행시간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Le2i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26/26 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 회/영상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실내 4개 방, 표준 벤치마크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URFD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 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 회/영상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연구실·카메라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촬영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16/17  (94%)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 회/클립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배포 환경 · 사람 단위 교차검증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17/18  (94%)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 라벨을 쓰지 않은 외부 벤치마크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6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감지: 낙상 시작 전(또는 0.5초 내)에 1회 이상 경고했는가  ·  오경보: 낙상 없는 영상에서 잘못 발화한 횟수  ·  AUC: 임계값과 무관한 판별력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MCF는 어안 렌즈 8각도 촬영본. 원 라벨은 쓰지 않고 모델이 스스로 정제한 의사라벨만 학습에 반영했다 — 일반화 성능의 보수적 증거.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자체 데이터는 2명·40클립이라 신뢰구간이 넓다. 동작점을 테스트셋에서 골라 낙관적 편향 가능성이 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궤적 — 오경보를 절반 이하로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 홀드아웃 동일 조건. 감지율은 전 버전 26/26 유지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8745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윈도우 특징 도입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18120" y="2194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8.86 → 3.00 (-66%)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2752344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84378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2834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 통합 학습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18120" y="31638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 감지 67% → 100%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3721608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38130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38039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몸통각도 추가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818120" y="41330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 -27~49%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4690872"/>
            <a:ext cx="4572000" cy="841248"/>
          </a:xfrm>
          <a:prstGeom prst="roundRect">
            <a:avLst>
              <a:gd name="adj" fmla="val 1087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47823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47731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적응 + 의사라벨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818120" y="51023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 15/18 → 17/18, 오경보 -19%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4944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버전마다 최적화 대상이 달랐다 — 오경보 · 일반화 · 타 데이터셋 감지력 · 3D 방향성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 선정 기준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3가지를 모두 만족하는 데이터만 학습에 사용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영상 + 시간 정보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이미지·IMU 전용 데이터 제외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시작 프레임 라벨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"낙상 있음/없음"만으로는 사전 예측 학습 불가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11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1892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센서 없이 동작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83880" y="2395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 카메라 등 추가 장비를 요구하면 제외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학습·검증에 사용한 데이터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19456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130영상 / 실내 4개 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단위 낙상 시작·충격 라벨. 분야 표준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251960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URFD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194560" y="4361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70영상 (낙상30 + ADL40)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43616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 40개가 핵심 — 오경보 학습의 재료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818888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28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촬영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194560" y="49286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40클립 / 2인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37760" y="49286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 카메라·각도·조명 (도메인 일치)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5385816"/>
            <a:ext cx="1078992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495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194560" y="5495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87영상 / 8각도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37760" y="54955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노이즈 — 의사라벨로 정제 후 재활용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검토했지만 쓸 수 없었던 공개 데이터셋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하나라도 어긋나면 사전 예측 학습에 기여하지 못한다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37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UP-Fall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69080" y="183794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 센서 중심 — 카메라 단독 구성에서는 핵심 신호를 못 쓴다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40864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41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UMAFall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69080" y="244144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관성센서 전용. 영상 자체가 없어 포즈 파이프라인 투입 불가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MPHB (LSP·MPII 파생)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30449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이미지 — 시간 정보가 없어 "낙상 전 움직임"을 학습할 수 없다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364845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클립이 극소수. 저해상도 감시 영상이라 포즈 추정 실패율이 높다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falldataset.com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69080" y="42519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Kinect 깊이 카메라 전제 — 우리 하드웨어에 깊이 센서가 없다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554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RGB+D 등 대형 행동인식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9080" y="48554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시작 프레임 라벨이 없다. 사후 분류는 되지만 사전 예측은 불가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6F4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많을수록 좋다? — MCF를 그대로 학습에 넣자 Le2i 오경보가 6.29 → 8.14로 악화됐다(어안 왜곡·동기 오차로 인한 라벨 노이즈). v5에서 모델 확신도로 79%만 골라내 재투입하자 비로소 도움이 됐다 — 양이 아니라 라벨 품질이 변수였다.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논문 19편에서 가져온 개선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기법이 실제로 해결한 문제와 측정된 효과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시간적 컨텍스트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 ICCVW'19 · DPT-Fall'25 · ST-GCN'21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프레임 1장 독립 판정 → 노이즈 한 장에 오작동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20482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과거 0.2/0.5/1.0초 윈도우 통계를 특징화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0" y="1883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오경보 8.86 → 3.00  (-66%)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87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생체역학 추세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Al-Hammouri, J.Biomech 2026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전조를 너무 늦게 포착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916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기울기·속도의 0.5초 추세 기울기 추가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2752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선행시간 2.8초 확보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신호 평활화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Tabatabaei (T-SHAP)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순간적으로 튀는 확률에 발사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7856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EWMA(α=0.4) 저역 필터 + 지속성 3프레임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3621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 오탐 제거, 감지율 손실 없음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251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 각도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4636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 et al., IJTech 2022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앞/뒤 낙상에서 2D 기울기가 1.3°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4654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world landmarks 3D 각도 + 폭높이비 + 어깨높이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4489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 -27~49%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193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적응 + 의사라벨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5504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DAFD TNSRE'21 · RGB2Depth Sensors'23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5212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환경 바뀌면 성능 저하 · 노이즈 데이터 폐기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83280" y="55229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 자기 기준선 대비 편차 + 확신도 기반 라벨 정제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5358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 15/18 → 17/18, 오경보 -19%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트랜스포머·GCN은 성능은 높지만 데이터 규모와 CPU 실시간 제약을 고려해, 핵심 통찰만 취하고 경량 부스팅으로 구현했다.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v4의 핵심 — 2D로는 볼 수 없던 낙상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데이터 분석에서 발견한 구조적 한계와 해결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발견한 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축 방향(앞/뒤) 낙상에서 2D 기울기가 1.3°에 그침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몸이 화면 평면이 아니라 깊이 방향으로 기울기 때문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특징만으로는 빠르게 앉기와 구분 불가 (0.071 vs 0.039)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E6F4F4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추가한 3개 특징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395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몸통 각도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2395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landmarks 기반 — 깊이 방향 포착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2871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 / 높이 비율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2871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누운 자세 판정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높이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3346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하강 진행도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→ 97개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특징 총수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-27~49%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661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데이터셋 오경보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 → 5/5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옆방향 낙상 감지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41605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2.3ms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프레임당 추론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덤으로 확인한 것: v3와 v4가 놓치는 낙상이 서로 겹치지 않는다 — 두 모델을 함께 쓰면 16/17 감지에 오경보 1.70까지 내려간다.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입력에서 에어쿠션 전개까지 — 프레임당 약 13ms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11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단일 · 30fps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7830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911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9232" y="222199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33관절 2D + 3D · 10ms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0235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1783080"/>
            <a:ext cx="237744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특징 7개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59552" y="22219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속도·기울기 + 3D각·폭높이·어깨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36992" y="22951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178308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11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윈도우 특징 97개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94192" y="222199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0.2/0.5/1.0초 통계 · 추세 · EWMA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2807208"/>
            <a:ext cx="0" cy="347472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154680"/>
            <a:ext cx="8366760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154680"/>
            <a:ext cx="0" cy="292608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3154680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82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 분류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" y="359359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확률 · 2.3ms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4203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26080" y="31546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282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평활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999232" y="3593592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α=0.4 저역 필터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0235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3154680"/>
            <a:ext cx="237744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282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지속성 판정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559552" y="35935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3프레임 연속 · 임계 0.10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36992" y="3666744"/>
            <a:ext cx="310896" cy="0"/>
          </a:xfrm>
          <a:prstGeom prst="line">
            <a:avLst/>
          </a:prstGeom>
          <a:noFill/>
          <a:ln w="19050">
            <a:solidFill>
              <a:srgbClr val="9AAA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315468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E6F4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282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추정 → 타일 → 에어쿠션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94192" y="359359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0.65~2.8초 선행 전개 + 알림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45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파이프라인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4663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데이터셋 328영상  →  낙상 직전 1초 = 위험 라벨  →  증강(반전·속도워프, 4배)  →  영상·장면·사람 단위 3중 분할 검증  →  모델 1.6MB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학습/서빙 일치 검증: 실시간 스트리밍 계산이 학습 시 배치 계산과 수치적으로 동일 (최대 오차 2.2e-16)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 RGB 카메라만으로 낙상을 평균 0.75~2.1초 전에 감지하고,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독립 데이터셋에서 검증했으며, 논문 19편의 기법을 단계적으로 적용해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오경보를 58% 줄인 실시간 CPU 시스템.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인원·환경 확대 — 현재 2명·40클립으로는 신뢰구간이 넓다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v3+v4 앙상블 검토 — 감지 16/17에 오경보 1.70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더 모이면 GRU/Transformer로 승격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2026-08-05T16:26:54Z</dcterms:created>
  <dcterms:modified xsi:type="dcterms:W3CDTF">2026-08-05T16:26:54Z</dcterms:modified>
</cp:coreProperties>
</file>